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3427F-07B9-641D-2E49-B2426C234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ED9FD-BF17-F1FF-CF2A-A3DB77761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AA12A-ED28-4979-7D1D-97F0E8A9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4C8E6-DDFB-4AD8-FA95-D2F0AFF2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66069-084B-0649-A9A7-2E55478E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1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9A70-7BE1-CFA9-E372-3322E249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494CF-7F9A-4515-7D4A-97AC3F0E0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4AB5A-4C8D-8E46-6426-25A2206B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66AFB-A7B3-73C9-F070-2599FC88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3C00C-EF05-12E5-CDB3-B2820F82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48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371F-B545-2B90-1C71-31EDE27F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F3129-A3AD-6A17-5C2E-DAD099ECE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1A16-2B86-3B3A-0FCE-BB553ACB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162EB-0FD6-AC12-7458-F269EDC6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C751-5AD8-E013-21C5-9EE011AC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99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0DD2-CB12-8DD1-1660-32FA9E44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FAC7-8CDB-59F8-2CAE-867899590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DE63B-9D03-FB85-1072-BCEA2C96E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E6CF7-85E4-A189-D53E-2C8EE635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8467A-29AC-1D89-F106-911CBC04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BB5E-B3AB-DE84-6AC7-790B79B0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0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0A3F-5DD2-36CE-808C-A07D1D1B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D3AA4-FBA9-6C7A-3A94-409F911C3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7A3B8-5D3F-8614-080F-2C74DDFE2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BE9D6-37E3-3604-FF43-CC07A9D06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54B25-75F0-3326-F2E9-B83035D76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F875C-A26B-93A6-8DAE-2D2989EA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4A480-E74D-3831-E7FB-4B222599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A0FB51-932C-6F30-6AA9-03C530B1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95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478A-5565-9DDA-B3C9-766BB040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D6562-AFB6-A3C6-8FF2-BBF59BA0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3BFB-8272-013C-8174-0486AD21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271DA-5CB0-9239-A7C0-9EF69B3A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45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0245A-D643-C4B7-796B-261B3D5A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36EC6-CD3C-F2A4-F9B3-DC621154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ECE-6350-B927-EBFA-A89608B2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7BDE-4B97-0556-AA5A-F1295BC9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EE3C2-14B3-863C-C48F-319DD55F6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0F2A9-E964-8C8D-36CD-C9D76FC9B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07DBF-6616-0966-16A9-7A9BD191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56205-D9C8-5BE2-0D70-65806982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8D837-2D1C-BA2C-2F73-1C74BD02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25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ED1A-0529-C627-A99D-BF2AB91D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3F8AD-B0F4-6789-ED0B-203D46B8C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044FA-F865-D621-A927-74D47E950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39DA1-4EA5-BC41-433A-5D01266C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0618B-0C1F-0E48-3FCA-DFE3374C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13CAF-AC0D-9507-8359-8FB89181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97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F7E1-6EF3-3828-EECD-17FA4A26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70C5E-36EE-EADA-8562-B04E2A1C4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68949-30CE-FBCA-341B-7210E9BF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16C4F-0672-CC1E-8A7C-CDC318F2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28C69-0F0A-452C-2BDC-ACB6DC2D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01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61B02-034B-4A17-1F72-DE1B86EFB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B3B81-37F4-B8C3-5B17-D8C85F993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58490-23A4-285C-9ED6-E9487EA2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2CC75-1554-E29C-5C61-4FE975B4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5C5FE-7A24-DF2B-C4EB-DDB8760B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64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C8743-01A9-B959-7361-5304101E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AAC0F-02B4-F7F9-099B-250402028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D9B36-B9E3-68B3-2E2C-74031E44D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6060F-1E15-4CA6-8A34-415EFA7525B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8378-22B6-F217-E02E-5543FAFA9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40AA-E0B3-EC13-4D62-3F28C5B28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6A31F-1C93-4A19-901E-F1B738B41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6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191AB-8CAC-C7FB-E4D5-604AF7ADD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Artificial Intelligence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AI is a field of computer science.</a:t>
            </a:r>
            <a:br>
              <a:rPr lang="en-US" dirty="0"/>
            </a:br>
            <a:r>
              <a:rPr lang="en-US" dirty="0"/>
              <a:t>It focuses on creating systems that can perform tasks requiring human intelligence.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E5D10-B0E5-B31A-4587-9C3192FCE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13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346F-244D-C23A-1DBB-8168B9A178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Machine Learning allows computers to learn patterns from data.</a:t>
            </a:r>
            <a:br>
              <a:rPr lang="en-US" dirty="0"/>
            </a:br>
            <a:r>
              <a:rPr lang="en-US"/>
              <a:t>Deep Learning uses neural networks with multiple layers.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06CC5-DB42-A7CD-0F79-A113B258E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36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Artificial Intelligence  AI is a field of computer science. It focuses on creating systems that can perform tasks requiring human intelligence.</vt:lpstr>
      <vt:lpstr>Machine Learning  Machine Learning allows computers to learn patterns from data. Deep Learning uses neural networks with multiple layers.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dwarakesh1611@outlook.com</dc:creator>
  <cp:lastModifiedBy>dwarakesh1611@outlook.com</cp:lastModifiedBy>
  <cp:revision>1</cp:revision>
  <dcterms:created xsi:type="dcterms:W3CDTF">2026-09-15T18:46:34Z</dcterms:created>
  <dcterms:modified xsi:type="dcterms:W3CDTF">2026-09-15T18:46:58Z</dcterms:modified>
</cp:coreProperties>
</file>